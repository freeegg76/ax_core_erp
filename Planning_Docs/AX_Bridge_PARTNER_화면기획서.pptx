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4572000" cy="320040"/>
          </a:xfrm>
          <a:prstGeom prst="rect">
            <a:avLst/>
          </a:prstGeom>
          <a:solidFill>
            <a:srgbClr val="EEF0FA"/>
          </a:solidFill>
          <a:ln w="9525">
            <a:solidFill>
              <a:srgbClr val="D7DB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· 화면설계 산출물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 도메인 화면기획서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794760"/>
            <a:ext cx="1280160" cy="640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등록 · 거래처 등록 · 지급정책 등록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8463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구성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Table 리스트  ② Table 내역서  ③ ERD  ④ 메뉴 프로세스  ⑤ 화면 기획서  ⑥ 이벤트 내역서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AX_Bridge_FR_UC_UI_Standardized.xlsx (Partner 테이블명세 · FR · UC)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2026-08-12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v1.0 (Draft)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UI 표준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도메인 화면기획서 4-3 및 FR-UI-01~07 준용
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화면 내 데이터는 기획 검토용 임시(더미) 데이터입니다.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리스트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 도메인은 거래상대(고객사·거래처) 마스터와 양측이 공용으로 참조하는 수금/지급정책(partner_term) 3개 테이블로 구성된다.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554480"/>
                <a:gridCol w="1188720"/>
                <a:gridCol w="3291840"/>
                <a:gridCol w="3657600"/>
                <a:gridCol w="1188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Table Name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논리명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Key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메뉴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partner_client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client_id / FK company·entity / collecting_type → partner_term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거래상대 마스터. 사업자·주소·연락·은행정보와 수금정책(collecting_type)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partner_vendor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vendor_id / FK company·entity / payment_type → partner_term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매입/지급 거래상대 마스터. 고객사와 동일 항목 구조 + 지급정책(payment_type)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partner_term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수금/지급정책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term_id / FK company·entity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EOM·CURM 기준일 규칙과 고정일자·가산일수로 지급일/입금일 계산 규칙 정의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지급정책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749040"/>
            <a:ext cx="11338560" cy="68580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관계 : partner_client.collecting_type / partner_vendor.payment_type → partner_term.term_id. 고객사·거래처는 SALES 계약(sales_contract.client_id)과 FINANCE 전표(finance_ledger_detail.client_id)에서 참조되며, 참조 중에는 삭제 불가 → 비활성 전환을 우선한다(FR-Client-07, FR-Vendor-07, FR-Term-08).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11480" y="466344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코드 : 고객사/거래처 status = y(active) / n(pending) · 지급정책 status = Y(사용) / N(미사용)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(1/3) — partner_client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2-1. partner_client (고객사)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92409"/>
                <a:gridCol w="1807148"/>
                <a:gridCol w="1600616"/>
                <a:gridCol w="464695"/>
                <a:gridCol w="1084289"/>
                <a:gridCol w="1962046"/>
                <a:gridCol w="619593"/>
                <a:gridCol w="567961"/>
                <a:gridCol w="2839803"/>
              </a:tblGrid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client_name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collecting_type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수금 정책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partner_term/term_id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active, n : pending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vat_id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NickName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약칭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RepName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RegNum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주민등록번호/법인번호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BizIndustry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BizCategory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client_Address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PhoneNumber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FaxNumber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팩스번호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BankCode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금융기관코드 (은행명)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BankBranch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은행지점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BankAccount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BankHolder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예금주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website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웹사이트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logo_url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URL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industry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default_billing_currency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청구 통화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(2/3) — partner_vendor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2-2. partner_vendor (거래처)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92409"/>
                <a:gridCol w="1807148"/>
                <a:gridCol w="1600616"/>
                <a:gridCol w="464695"/>
                <a:gridCol w="1084289"/>
                <a:gridCol w="1962046"/>
                <a:gridCol w="619593"/>
                <a:gridCol w="567961"/>
                <a:gridCol w="2839803"/>
              </a:tblGrid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vendor_id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논리명 표기 그대로(실질 : 거래처 코드)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vendor_name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논리명 표기 그대로(실질 : 거래처명)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payment_type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 정책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partner_term/term_id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active, n : pending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vat_id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NickName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벤더 약칭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RepName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RegNum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주민등록번호/법인번호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BizIndustry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BizCategory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업종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vendor_Address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PhoneNumber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FaxNumber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팩스번호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BankCode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금융기관코드 (은행명)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BankBranch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은행지점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BankAccount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계좌번호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BankHolder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예금주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website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웹사이트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logo_url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URL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industry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산업군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66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default_billing_currency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청구 통화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(3/3) — partner_term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2-3. partner_term (수금/지급정책)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92409"/>
                <a:gridCol w="1807148"/>
                <a:gridCol w="1600616"/>
                <a:gridCol w="464695"/>
                <a:gridCol w="1084289"/>
                <a:gridCol w="1962046"/>
                <a:gridCol w="619593"/>
                <a:gridCol w="567961"/>
                <a:gridCol w="2839803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term_id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term_condition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정책일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표시용 정책식. 예: EOM+15, CurM25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base_rule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규칙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EOM: 기준일이 속한 월의 말일 / CURM: 기준일이 속한 현재월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fixed_day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일자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numeric(2,0)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 정책에서 사용. 예: CurM25 → 25. EOM 정책은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offset_days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일수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numeric(3,0)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정책에서 사용. 예: EOM+15 → 월말+15일. CurM 정책은 0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사용, N : 미사용</a:t>
                      </a:r>
                      <a:endParaRPr lang="en-US" sz="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4206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정책식 생성/검증 규칙 (FR-Term-05)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572000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1188720"/>
                <a:gridCol w="1371600"/>
                <a:gridCol w="53949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base_rule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term_condition 형식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fixed_day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offset_days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규칙 (FR-Term-06)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EOM+{offset_days}  (예: EOM+15)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가산일수 (예: 15)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기준일이 속한 월의 말일 + offset_days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CurM{fixed_day}  (예: CurM25)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1~31 (예: 25)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고정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기준월의 fixed_day. 해당 월에 없는 일자면 그 월 말일로 보정(UC-Term-04 예외)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(PARTNER 도메인)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67665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 : 필수 참조(Not Null FK) · 점선 : 선택 참조 · 회색 상자 : 타 도메인 테이블(참조 관계 표시용)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51760" cy="137160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57784" y="1188720"/>
            <a:ext cx="263347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system_company / entity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51790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company_id /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→ 회사 종속 구조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(SYSTEM 도메인)
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06240" y="1143000"/>
            <a:ext cx="292608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15384" y="1143000"/>
            <a:ext cx="29077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partner_term (수금/지급정책)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5968" y="1472184"/>
            <a:ext cx="2743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term_id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term_condition (EOM+15, CurM25)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base_rule (EOM / CURM)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fixed_day · offset_days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 (Y/N)
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14400" y="3794760"/>
            <a:ext cx="310896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3544" y="3794760"/>
            <a:ext cx="309067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partner_client (고객사)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4123944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client_id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collecting_type → term_id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client_name · NickName · status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vat_id · RegNum · 업태/업종 · 주소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 · 은행정보(4) · website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logo · industry · notes · 기본통화
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0" y="3794760"/>
            <a:ext cx="310896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81144" y="3794760"/>
            <a:ext cx="309067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partner_vendor (거래처)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81728" y="4123944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vendor_id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payment_type → term_id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vendor_name · NickName · status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vat_id · RegNum · 업태/업종 · 주소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 · 은행정보(4) · website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logo · industry · notes · 기본통화
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595360" y="2286000"/>
            <a:ext cx="3017520" cy="1234440"/>
          </a:xfrm>
          <a:prstGeom prst="roundRect">
            <a:avLst>
              <a:gd name="adj" fmla="val 3704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04504" y="2286000"/>
            <a:ext cx="299923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sales_contract (계약)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705088" y="261518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client_id → partner_client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(SALES 도메인)
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595360" y="4206240"/>
            <a:ext cx="3017520" cy="1371600"/>
          </a:xfrm>
          <a:prstGeom prst="roundRect">
            <a:avLst>
              <a:gd name="adj" fmla="val 3333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04504" y="4206240"/>
            <a:ext cx="299923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finance_ledger_detail (전표 라인)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05088" y="453542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client_id (관리항목)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지급/수금정책 기반 due_date 계산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(FINANCE 도메인)
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74520" y="2560320"/>
            <a:ext cx="914" cy="123444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965960" y="30632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(회사→고객사)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0" y="1874520"/>
            <a:ext cx="1005840" cy="914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3063240" y="16276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(회사→정책)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 flipV="1">
            <a:off x="2788920" y="3017520"/>
            <a:ext cx="2697480" cy="118872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3063240" y="35204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0..1:N (정책→고객사)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 flipV="1">
            <a:off x="6126480" y="3017520"/>
            <a:ext cx="914" cy="77724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6236208" y="32918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0..1:N (정책→거래처)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23360" y="4937760"/>
            <a:ext cx="548640" cy="914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4023360" y="2834640"/>
            <a:ext cx="4572000" cy="173736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949440" y="32461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(고객사→계약)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680960" y="4937760"/>
            <a:ext cx="914400" cy="914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7269480" y="51206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(고객사/거래처→전표)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48640" y="6172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회사→거래처 1:N 관계는 고객사와 동일(도식 생략). 4.4~5.0 연결선 = 고객사·거래처 동일 항목 구조.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3-1. PARTNER 도메인 ERD — 정책(term)은 고객사 수금·거래처 지급 양측이 공용 참조하며 동일 회사 범위 내에서만 연결한다.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프로세스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4-1. 메뉴 구조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385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1645920"/>
                <a:gridCol w="237744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Lv2 (메뉴)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테이블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SCR-PTN-01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partner_client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UC-Client-01~06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SCR-PTN-02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partner_vendor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FR-Vendor-01~08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UC-Vendor-01~06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지급정책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SCR-PTN-03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partner_term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UC-Term-01~06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880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4-2. 기준정보 구축 프로세스 (선행관계)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329184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⓪ 그룹/회사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(SYSTEM 도메인)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468880" y="329184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88920" y="329184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8892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지급정책 등록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partner_term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800600" y="329184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120640" y="329184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고객사 등록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partner_client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132320" y="329184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29184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거래처 등록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partner_vendor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464040" y="329184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784080" y="329184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8408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계약/전표에서 참조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· FINANCE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11480" y="4343400"/>
            <a:ext cx="11338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선행규칙 : </a:t>
            </a:r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→ 회사 선행 선택(FR-UI-05). 수금/지급정책은 동일 그룹·회사의 사용중(status=Y) 정책만 선택 가능(FR-Client-04, FR-Vendor-04)
</a:t>
            </a:r>
            <a:pPr indent="0" marL="0">
              <a:lnSpc>
                <a:spcPts val="20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정책 선행 : </a:t>
            </a:r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없이 고객사/거래처 등록은 가능(선택 입력)하나, 정책 연결 시 자동 지급일/입금일 계산이 활성화되므로 정책 선등록 권장
</a:t>
            </a:r>
            <a:pPr indent="0" marL="0">
              <a:lnSpc>
                <a:spcPts val="20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정책 변경 : </a:t>
            </a:r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이후 새로 계산되는 건에만 적용. 이미 확정 저장된 지급일/입금일(due_date)은 자동 변경하지 않음(FR-Term-07, UC-Term-05)
</a:t>
            </a:r>
            <a:pPr indent="0" marL="0">
              <a:lnSpc>
                <a:spcPts val="20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삭제 정책 : </a:t>
            </a:r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고객사/거래처가 참조 중인 정책 삭제 불가(FR-Term-08). 계약/전표가 참조 중인 고객사·거래처 삭제 불가 → 비활성 전환 안내(FR-Client-07, FR-Vendor-07)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SCR-PTN-01 고객사 등록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PARTNER &gt; 고객사 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5595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5595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C001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5595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19072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29968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514600" y="1467612"/>
            <a:ext cx="8686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42032" y="1467612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11296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041648" y="1467612"/>
            <a:ext cx="13716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69080" y="146761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431536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42432" y="13990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135624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63056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20624" y="1746504"/>
            <a:ext cx="4980920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" y="1746504"/>
            <a:ext cx="4834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4599432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777240"/>
                <a:gridCol w="1600200"/>
                <a:gridCol w="105156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수금정책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 · EOM+15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블루밍코스메틱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T002 · CurM25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데일리푸드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pending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5401544" y="1746504"/>
            <a:ext cx="633935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474696" y="1746504"/>
            <a:ext cx="619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상세 (Detail) — 기본정보 / 은행·기타 탭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④</a:t>
            </a:r>
            <a:endParaRPr lang="en-US" sz="8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8704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980956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약칭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수금정책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 · EOM+15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214-88-12345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오세훈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110111-7654321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16940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980956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업태/업종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도소매 / 전자상거래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성동구 왕십리로 55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전화/팩스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02-777-0200 / 0201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은행/지점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KB국민 · 성수지점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계좌/예금주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123-45-678901 · 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웹사이트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lion-commerce.example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산업군/기본통화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커머스 / KRW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⑦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2025~ 인플루언서 캠페인 협업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Shape 40"/>
          <p:cNvSpPr/>
          <p:nvPr/>
        </p:nvSpPr>
        <p:spPr>
          <a:xfrm>
            <a:off x="5401544" y="1746504"/>
            <a:ext cx="914" cy="381304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11480" y="58978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5-1-A. 고객사 등록 메인 (UC-Client-01, UC-Client-02) — 다음 슬라이드에 번호별 설명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등록 — 번호별 설명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그룹/회사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→ 회사 종속 선행 선택(FR-Client-01, FR-UI-05). 미선택 시 조회하지 않고 선행 선택 안내(UC-Client-01 예외). 변경 시 하위 조건·Head/Detail 초기화.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코드/명 F2/Enter 검색 — 동일 그룹·회사 범위, Exact 후 미일치 시 Like 팝업(공통 패턴 5-1-B, SYSTEM 편 참조).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목록 (Head)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partner_client 기준 : 고객사 코드, 고객사명, 수금정책(term_id·정책식 결합 표시), 상태(FR-Client-02). 정책 미연결 시 "—".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상세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많아(24개 컬럼) 기본정보 / 은행·기타 탭으로 분리. 신규 필수값 : 그룹·회사·고객사 코드·고객사명·상태(FR-Client-03). 수정모드에서 그룹·회사·고객사 코드는 읽기전용(FR-Client-05).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수금정책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→ 동일 그룹/회사 + status=Y인 partner_term만 표시(FR-Client-04, 화면 5-1-B). 선택 시 term_id가 collecting_type에 저장(UC-Client-04). 선택 입력 항목.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y=active / n=pending(FR-Client-06). 비활성 고객사는 신규 계약·전표 선택 목록에서 제외, 기존 참조 유지(UC-Client-05).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사업자등록번호·전화/팩스·기본 통화 등은 입력된 경우 허용 형식/코드체계 검증(FR-Client-08). 위반 시 저장 차단 + 필드 안내.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521208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신규/수정/삭제 프로세스는 공통 패턴(SYSTEM 편 5-1-C·D) 준용. 삭제 시 sales_contract.client_id / finance_ledger_detail.client_id 참조 검증 → 참조 중이면 삭제 차단·상태 변경 안내(FR-Client-07, UC-Client-06).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수금정책 선택 팝업 (F2 / Enter) — 화면 5-1-B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5669280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57784" y="1005840"/>
            <a:ext cx="565099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05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수금정책 선택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897880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7784" y="3785616"/>
            <a:ext cx="565099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0" y="38313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38313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26864" y="38313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38313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58368" y="1280160"/>
            <a:ext cx="5449824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12801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161288" y="1348740"/>
            <a:ext cx="12344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4874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FST-KR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414016" y="132588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24912" y="12801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정책코드/식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83864" y="1348740"/>
            <a:ext cx="9144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11296" y="1348740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EOM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6632" y="1335024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13350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777240"/>
                <a:gridCol w="1051560"/>
                <a:gridCol w="822960"/>
                <a:gridCol w="77724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정책일(표시식)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기준규칙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가산일수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EOM+30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04088" y="29077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status=Y(사용중) 정책만 · Like 결과 2건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005840"/>
          <a:ext cx="52120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79476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범위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고객사의 그룹/회사가 결정된 상태에서만 팝업 진입(UC-Client-04 전제). 동일 회사의 사용중(status=Y) partner_term만 표시(FR-Client-04).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목록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정책코드·표시식·기준규칙·고정일자·가산일수 표시. 사용중 정책 없으면 "결과 없음" 상태(UC-Client-04 예외). Enter는 Exact→Like.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term_id가 collecting_type에 연결. 거래처 화면에서는 동일 팝업으로 payment_type에 연결(UC-Vendor-04).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411480" y="434340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5-1-B. 수금정책 선택 (FR-Client-04, UC-Client-04) — 거래처의 지급정책 선택(FR-Vendor-04)과 공용 패턴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411480" y="4800600"/>
            <a:ext cx="11338560" cy="64008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프로세스 : 팝업 [확인] → Detail의 수금정책 필드에 "정책코드 · 정책식" 표시(편집 상태 유지) → [저장] 시 collecting_type=term_id 저장. 다른 회사 정책 선택은 원천 차단되며 우회 입력 시 저장 단계에서 오류(UC-Client-03 예외).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SCR-PTN-02 거래처 등록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931920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 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PARTNER &gt; 거래처 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46227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46227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V001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46227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82880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13432" y="1467612"/>
            <a:ext cx="8686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40864" y="1467612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10128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840480" y="1467612"/>
            <a:ext cx="13716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67912" y="146761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3036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41264" y="13990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934456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61888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1746504"/>
            <a:ext cx="5207325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" y="1746504"/>
            <a:ext cx="50610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 목록 (Head)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4736592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822960"/>
                <a:gridCol w="1645920"/>
                <a:gridCol w="109728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크리에이터플러스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T002 · CurM25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미디어랩스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 · EOM+15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패킹솔루션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pending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627949" y="1746504"/>
            <a:ext cx="6112947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701101" y="1746504"/>
            <a:ext cx="59666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 상세 (Detail) — 기본정보 / 은행·기타 탭</a:t>
            </a:r>
            <a:endParaRPr lang="en-US" sz="8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5109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741347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거래처명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크리에이터플러스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T002 · CurM25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305-81-45678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은행/계좌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신한 · 100-234-567890 (크리에이터플러스)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9"/>
          <p:cNvSpPr/>
          <p:nvPr/>
        </p:nvSpPr>
        <p:spPr>
          <a:xfrm>
            <a:off x="5627949" y="1746504"/>
            <a:ext cx="914" cy="271576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11480" y="480060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5-2-A. 거래처 등록 메인 (UC-Vendor-01, UC-Vendor-02) — 고객사 등록과 동일 레이아웃</a:t>
            </a:r>
            <a:endParaRPr lang="en-US" sz="9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16636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partner_vendor 기준 F2/Enter 검색. 항목 구조는 고객사와 동일하며 정책 필드만 지급정책(payment_type)으로 대체(FR-Vendor-01~02).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지급정책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회사의 사용중 정책만 F2/Enter 선택(FR-Vendor-04) → term_id가 payment_type에 연결(UC-Vendor-04). 비활성 거래처는 신규 지급 관련 선택 목록에서 제외(FR-Vendor-06). 삭제는 업무/회계 참조 시 차단·비활성 전환 우선(FR-Vendor-07 — 현재 명시된 테이블 정의 기준 참조 검증 대상 명시 필요).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SCR-PTN-03 지급정책 등록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지급정책 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PARTNER &gt; 지급정책 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50799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507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T001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50799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82880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13432" y="1467612"/>
            <a:ext cx="8686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40864" y="1467612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10128" y="139903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정책코드/식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0" y="1467612"/>
            <a:ext cx="10972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2232" y="1467612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3036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41264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90488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지급정책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4800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822960"/>
                <a:gridCol w="1188720"/>
                <a:gridCol w="868680"/>
                <a:gridCol w="77724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정책일(표시식)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기준규칙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가산일수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EOM+30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6080760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153912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242816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규칙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(월말 기준)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(EOM 정책은 NULL)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일수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정책일(표시식)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EOM+15  (자동 생성)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(사용)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9"/>
          <p:cNvSpPr/>
          <p:nvPr/>
        </p:nvSpPr>
        <p:spPr>
          <a:xfrm>
            <a:off x="6080760" y="1746504"/>
            <a:ext cx="914" cy="276148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11480" y="48463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5-3-A. 지급정책 등록 메인 (UC-Term-01)</a:t>
            </a:r>
            <a:endParaRPr lang="en-US" sz="9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2120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정책코드/식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검색(공통 패턴). 동일 그룹·회사 범위.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partner_term 기준 : 정책코드·표시식·기준규칙·고정일자·가산일수(FR-Term-02). 사용여부 조건 필터.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정책코드는 수정 불가(FR-Term-07). 규칙·사용여부 변경 가능 — 변경은 이후 신규 계산 건에만 적용(UC-Term-05).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규칙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또는 CURM만 허용(FR-Term-02). 선택에 따라 고정일자/가산일수 입력 필드가 전환(다음 슬라이드).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표시식 자동 생성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→ "EOM+{offset_days}", CURM → "CurM{fixed_day}" 형식으로 자동 생성·검증(FR-Term-05).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신규 등록 — EOM / CURM 입력 규칙 (화면 5-3-B)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1 · EOM+15 등록 (UC-Term-02)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54864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DBEA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91440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069080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규칙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(비활성 — EOM은 NULL)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일수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정책일(표시식)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EOM+15  (자동)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6364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2 · CurM25 등록 (UC-Term-03)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63640" y="1097280"/>
            <a:ext cx="54864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DBEA"/>
            </a:solidFill>
            <a:prstDash val="solid"/>
          </a:ln>
        </p:spPr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34440"/>
          <a:ext cx="91440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069080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규칙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일자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③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일수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 (CURM은 0 고정)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정책일(표시식)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CurM25  (자동)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1480" y="3429000"/>
            <a:ext cx="11338560" cy="320040"/>
          </a:xfrm>
          <a:prstGeom prst="rect">
            <a:avLst/>
          </a:prstGeom>
          <a:solidFill>
            <a:srgbClr val="FFF6F5"/>
          </a:solidFill>
          <a:ln w="9525">
            <a:solidFill>
              <a:srgbClr val="E0A5A0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검증 예시 : </a:t>
            </a:r>
            <a:pPr indent="0" marL="0">
              <a:buNone/>
            </a:pPr>
            <a:r>
              <a:rPr lang="en-US" sz="9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EOM 정책에 고정일자가 함께 입력되면 저장 전 제거/오류 안내(UC-Term-02 예외) · CURM의 fixed_day가 1~31 범위를 벗어나면 저장 차단(UC-Term-03 예외) </a:t>
            </a:r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95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97764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선택 전환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선택 → 가산일수 활성·고정일자 비활성 / CURM 선택 → 고정일자 활성·가산일수 0 고정. 필드 전환은 즉시 반영(FR-Term-03·04).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저장값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base_rule=EOM, fixed_day=NULL, offset_days=가산일수(FR-Term-03). 표시식 EOM+{offset_days} 자동 생성(FR-Term-05).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CURM 저장값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base_rule=CURM, fixed_day=기준월 일자(1~31), offset_days=0(FR-Term-04). 표시식 CurM{fixed_day} 자동 생성.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규칙-값 조합 검증 실패 시 저장하지 않고 해당 필드 안내. 정책코드 중복 차단. 저장 성공 시 Head 재조회·신규 행 선택 유지(공통 FR-UI-07).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1480" y="580644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지급정책 삭제(UC-Term-06) : partner_client.collecting_type / partner_vendor.payment_type 참조 검증 → 참조 중이면 삭제 차단·미사용 전환 안내(FR-Term-08).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지급일 계산 미리보기 (화면 5-3-C) — 데이터 처리 프로세스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57784" y="960120"/>
            <a:ext cx="537667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60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지급일/입금일 계산 미리보기 — T001 · EOM+15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2356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7784" y="3648456"/>
            <a:ext cx="537667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0" y="36941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36941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28016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895344"/>
              </a:tblGrid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2026-08-12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EOM+15 (월말 + 15일)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기준월 말일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2026-08-31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+ 가산일수 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2026-09-15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" y="2468880"/>
            <a:ext cx="5175504" cy="457200"/>
          </a:xfrm>
          <a:prstGeom prst="roundRect">
            <a:avLst>
              <a:gd name="adj" fmla="val 8000"/>
            </a:avLst>
          </a:prstGeom>
          <a:solidFill>
            <a:srgbClr val="EEF0FA"/>
          </a:solidFill>
          <a:ln w="12700">
            <a:solidFill>
              <a:srgbClr val="2E3A8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46888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결과 : </a:t>
            </a:r>
            <a:pPr algn="ctr" indent="0" marL="0">
              <a:buNone/>
            </a:pPr>
            <a:r>
              <a:rPr lang="en-US" sz="12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</a:t>
            </a:r>
            <a:pPr algn="ctr" indent="0" marL="0">
              <a:buNone/>
            </a:pPr>
            <a:r>
              <a:rPr lang="en-US" sz="10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10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960120"/>
          <a:ext cx="54864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40690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입력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사용자가 기준일 입력 → 시스템이 정책 규칙으로 계산(FR-Term-06, UC-Term-04). EOM : 기준월 말일 + offset_days / CURM : 기준월 fixed_day.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 — 기준일 2026-08-12 : EOM+15 → 08-31+15 = 2026-09-15 / CurM25 → 2026-08-25. CURM의 fixed_day가 해당 월에 없으면(예: 2월 30일) 그 월 말일로 보정(UC-Term-04 예외).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연계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 전표에서 원천 거래에 정책이 연결된 경우 동일 규칙으로 due_date 자동 계산(UC-Ledger-07). 정책 미연결 시 권한에 따라 직접 입력.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11480" y="42976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5-3-C. 지급일 계산 미리보기 팝업 (FR-Term-06, UC-Term-04)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822960" y="4800600"/>
            <a:ext cx="16916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800600"/>
            <a:ext cx="16916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기준일 입력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2514600" y="480060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770632" y="4800600"/>
            <a:ext cx="16916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70632" y="4800600"/>
            <a:ext cx="16916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규칙 조회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(EOM/CURM)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4462272" y="480060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718304" y="4800600"/>
            <a:ext cx="16916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718304" y="4800600"/>
            <a:ext cx="16916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말일/고정일 계산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6409944" y="480060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665976" y="4800600"/>
            <a:ext cx="16916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65976" y="4800600"/>
            <a:ext cx="16916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가산일수 적용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8357616" y="480060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613648" y="4800600"/>
            <a:ext cx="16916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13648" y="4800600"/>
            <a:ext cx="16916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 일자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월말 보정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0305288" y="4800600"/>
            <a:ext cx="256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10561320" y="4800600"/>
            <a:ext cx="16916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0561320" y="4800600"/>
            <a:ext cx="16916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계산일 표시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6-1. 공통 · 6-2. 고객사 등록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이벤트 (SYSTEM 편 EVT-COM-01~12 전 화면 준용 — 요약)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툴바/Head/조건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조회·신규·수정·저장·삭제·취소, Head/Detail 연동, F2/Enter 검색, 상위조건 종속 초기화, 미저장 보호 — SYSTEM 편 6-1과 동일 적용.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FR-UI-01~07 / UC-UI-01~05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13969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SCR-PTN-01 고객사 등록</a:t>
            </a:r>
            <a:endParaRPr lang="en-US" sz="12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50592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EVT-P01-01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그룹·회사 범위 고객사 Exact→Like 조회.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FR-Client-01 / UC-Client-01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EVT-P01-02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수금정책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status=Y 정책만 표시(5-1-B) → term_id를 collecting_type에 연결.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FR-Client-04 / UC-Client-04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EVT-P01-03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필수값(코드·명·상태)+코드 중복+타 회사 정책 차단+형식 검증(사업자번호·통화 등)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FR-Client-03·08 / UC-Client-03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EVT-P01-04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그룹·회사·고객사 코드 읽기전용. 정보·수금정책·상태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FR-Client-05 / UC-Client-05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EVT-P01-05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Change+저장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y/n 관리. 비활성 시 신규 계약/전표 선택 목록 제외, 기존 참조 유지.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FR-Client-06 / UC-Client-05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EVT-P01-06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sales_contract.client_id / finance_ledger_detail.client_id 참조 검증 → 참조 시 차단·상태 변경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FR-Client-07 / UC-Client-06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6-3. 거래처 등록 · 6-4. 지급정책 등록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SCR-PTN-02 거래처 등록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EVT-P02-01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그룹·회사 범위 거래처 Exact→Like 조회.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FR-Vendor-01 / UC-Vendor-01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EVT-P02-02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status=Y 정책만 → term_id를 payment_type에 연결.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FR-Vendor-04 / UC-Vendor-04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EVT-P02-03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필수값+코드 중복+형식 검증(사업자번호·금융기관/계좌·통화)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FR-Vendor-03·08 / UC-Vendor-03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EVT-P02-04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그룹·회사·거래처 코드 읽기전용. 정보·지급정책·상태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FR-Vendor-05·06 / UC-Vendor-05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EVT-P02-05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업무/회계 참조 검증 → 참조 시 차단·비활성 전환 우선.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FR-Vendor-07 / UC-Vendor-06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56616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SCR-PTN-03 지급정책 등록</a:t>
            </a:r>
            <a:endParaRPr lang="en-US" sz="12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7705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EVT-P03-01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규칙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 ↔ CURM 전환 시 고정일자/가산일수 필드 활성·비활성 전환(5-3-B).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FR-Term-03·04 / UC-Term-02·03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EVT-P03-02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고정일자/가산일수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Blur/저장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EOM: fixed_day=NULL 강제 / CURM: fixed_day 1~31·offset=0 검증. 위반 시 저장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FR-Term-03·04 / UC-Term-02·03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EVT-P03-03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EOM+{offset} / CurM{fixed} 자동 생성·일관성 검증.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FR-Term-05 / UC-Term-02·03·05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EVT-P03-04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[미리보기]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입력 → EOM: 말일+가산 / CURM: 고정일(월말 보정) 계산 표시(5-3-C).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FR-Term-06 / UC-Term-04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EVT-P03-05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정책코드 읽기전용. 변경은 이후 신규 계산 건에만 적용, 확정 due_date 자동 변경 없음.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FR-Term-07 / UC-Term-05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EVT-P03-06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client.collecting_type / vendor.payment_type 참조 검증 → 참조 시 차단·미사용 전환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FR-Term-08 / UC-Term-06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2026-08-12T08:11:26Z</dcterms:created>
  <dcterms:modified xsi:type="dcterms:W3CDTF">2026-08-12T08:11:26Z</dcterms:modified>
</cp:coreProperties>
</file>